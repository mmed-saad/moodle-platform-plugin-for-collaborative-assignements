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7"/>
  </p:notesMasterIdLst>
  <p:handoutMasterIdLst>
    <p:handoutMasterId r:id="rId8"/>
  </p:handoutMasterIdLst>
  <p:sldIdLst>
    <p:sldId id="3825" r:id="rId5"/>
    <p:sldId id="3826" r:id="rId6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52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77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E5C5605-5BD8-4867-B92A-4E8FA2A9DD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F991D58-BC62-465B-9494-B78732E6EE3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58C53-0AD9-4541-9A03-A91F2284A13E}" type="datetime1">
              <a:rPr lang="fr-FR" smtClean="0"/>
              <a:t>28/03/2022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CEF80B0-2A0C-4084-B0AC-0EC39198AA4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0BB2EBA-25F1-4977-8607-244B99A446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634E5-AA18-4F9C-9DBD-FD20F65A231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78528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98C29E-E7EF-4A43-A961-17F4C28837FA}" type="datetime1">
              <a:rPr lang="fr-FR" smtClean="0"/>
              <a:pPr/>
              <a:t>28/03/2022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 dirty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0C6A29-4676-420C-BBE3-ACC2B80F64D4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9443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0C6A29-4676-420C-BBE3-ACC2B80F64D4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5987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e libre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rtlCol="0"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 rtlCol="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rdre du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e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88152" y="1527048"/>
            <a:ext cx="5111496" cy="3931920"/>
          </a:xfrm>
        </p:spPr>
        <p:txBody>
          <a:bodyPr rtlCol="0"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03/09/20XX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fr-FR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‹N°›</a:t>
            </a:fld>
            <a:endParaRPr lang="fr-FR" noProof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2 petites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’image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/>
            </a:lvl1pPr>
          </a:lstStyle>
          <a:p>
            <a:pPr rtl="0"/>
            <a:r>
              <a:rPr lang="fr-FR" noProof="0" dirty="0"/>
              <a:t>Cliquez sur l'icône pour ajouter une image</a:t>
            </a:r>
          </a:p>
        </p:txBody>
      </p:sp>
      <p:sp>
        <p:nvSpPr>
          <p:cNvPr id="21" name="Espace réservé d’image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/>
            </a:lvl1pPr>
          </a:lstStyle>
          <a:p>
            <a:pPr rtl="0"/>
            <a:r>
              <a:rPr lang="fr-FR" noProof="0" dirty="0"/>
              <a:t>Cliquez sur l'icône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9496" y="1825625"/>
            <a:ext cx="5806440" cy="4352544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03/09/20XX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fr-FR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‹N°›</a:t>
            </a:fld>
            <a:endParaRPr lang="fr-FR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e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 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rtlCol="0"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19272" y="4078224"/>
            <a:ext cx="5559552" cy="153619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79576" y="1911096"/>
            <a:ext cx="9829800" cy="3859742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03/09/20XX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fr-FR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‹N°›</a:t>
            </a:fld>
            <a:endParaRPr lang="fr-FR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03/09/20XX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fr-FR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‹N°›</a:t>
            </a:fld>
            <a:endParaRPr lang="fr-FR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rme libre : Forme 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11096"/>
            <a:ext cx="10515600" cy="3859742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citation avec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 rtlCol="0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l'icône pour ajouter une image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rtlCol="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575304" y="4379976"/>
            <a:ext cx="5038344" cy="71323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/>
              <a:t>03/09/20XX</a:t>
            </a:r>
          </a:p>
        </p:txBody>
      </p:sp>
      <p:sp>
        <p:nvSpPr>
          <p:cNvPr id="12" name="Espace réservé du pied de page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/>
              <a:t>Titre de la présentation</a:t>
            </a:r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fr-FR" noProof="0" smtClean="0"/>
              <a:pPr rtl="0">
                <a:defRPr/>
              </a:pPr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03/09/20XX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Titre de la présentation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fr-FR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‹N°›</a:t>
            </a:fld>
            <a:endParaRPr lang="fr-FR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03/09/20XX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Titre de la présentation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fr-FR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‹N°›</a:t>
            </a:fld>
            <a:endParaRPr lang="fr-FR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5312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45312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03/09/20XX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Titre de la présentation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fr-FR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‹N°›</a:t>
            </a:fld>
            <a:endParaRPr lang="fr-FR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Espace réservé du texte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6500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3" name="Espace réservé du contenu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06500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avec 2 images moye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’image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/>
            </a:lvl1pPr>
          </a:lstStyle>
          <a:p>
            <a:pPr rtl="0"/>
            <a:r>
              <a:rPr lang="fr-FR" noProof="0" dirty="0"/>
              <a:t>Cliquez sur l'icône pour ajouter une image</a:t>
            </a:r>
          </a:p>
        </p:txBody>
      </p:sp>
      <p:sp>
        <p:nvSpPr>
          <p:cNvPr id="21" name="Espace réservé d’image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/>
            </a:lvl1pPr>
          </a:lstStyle>
          <a:p>
            <a:pPr rtl="0"/>
            <a:r>
              <a:rPr lang="fr-FR" noProof="0" dirty="0"/>
              <a:t>Cliquez sur l'icône pour ajouter une image</a:t>
            </a: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03/09/20XX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fr-FR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‹N°›</a:t>
            </a:fld>
            <a:endParaRPr lang="fr-FR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41248" y="1828800"/>
            <a:ext cx="5093208" cy="4352544"/>
          </a:xfrm>
        </p:spPr>
        <p:txBody>
          <a:bodyPr rtlCol="0"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rme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e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orme libre : Forme 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03/09/20XX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 rtlCol="0"/>
          <a:lstStyle>
            <a:lvl1pPr algn="l">
              <a:defRPr>
                <a:latin typeface="+mn-lt"/>
              </a:defRPr>
            </a:lvl1pPr>
          </a:lstStyle>
          <a:p>
            <a:pPr algn="l"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fr-FR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‹N°›</a:t>
            </a:fld>
            <a:endParaRPr lang="fr-FR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65976" y="2551176"/>
            <a:ext cx="4709160" cy="1755648"/>
          </a:xfrm>
        </p:spPr>
        <p:txBody>
          <a:bodyPr rtlCol="0"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03/09/20XX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fr-FR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‹N°›</a:t>
            </a:fld>
            <a:endParaRPr lang="fr-FR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rme libre : Forme 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03/09/20XX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Titre de la présentation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fr-FR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‹N°›</a:t>
            </a:fld>
            <a:endParaRPr lang="fr-FR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rme libre : Forme 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03/09/20XX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Titre de la présentation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fr-FR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‹N°›</a:t>
            </a:fld>
            <a:endParaRPr lang="fr-FR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rme libre : Forme 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03/09/20XX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Titre de la présentation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fr-FR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‹N°›</a:t>
            </a:fld>
            <a:endParaRPr lang="fr-FR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rme libre : Forme 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 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03/09/20XX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rtl="0">
              <a:defRPr/>
            </a:pPr>
            <a:r>
              <a:rPr lang="fr-FR" noProof="0" dirty="0">
                <a:solidFill>
                  <a:prstClr val="black">
                    <a:tint val="75000"/>
                  </a:prstClr>
                </a:solidFill>
              </a:rPr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rtl="0">
              <a:defRPr/>
            </a:pPr>
            <a:fld id="{D76B855D-E9CC-4FF8-AD85-6CDC7B89A0DE}" type="slidenum">
              <a:rPr lang="fr-FR" noProof="0" smtClean="0">
                <a:solidFill>
                  <a:prstClr val="black">
                    <a:tint val="75000"/>
                  </a:prstClr>
                </a:solidFill>
              </a:rPr>
              <a:pPr rtl="0">
                <a:defRPr/>
              </a:pPr>
              <a:t>‹N°›</a:t>
            </a:fld>
            <a:endParaRPr lang="fr-FR" noProof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B08836-40C5-46C2-81BA-21AA27176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3429000"/>
            <a:ext cx="7336465" cy="919291"/>
          </a:xfrm>
        </p:spPr>
        <p:txBody>
          <a:bodyPr rtlCol="0">
            <a:normAutofit/>
          </a:bodyPr>
          <a:lstStyle/>
          <a:p>
            <a:pPr algn="just" rtl="0"/>
            <a:r>
              <a:rPr lang="en-US" dirty="0">
                <a:solidFill>
                  <a:srgbClr val="FFFFFF"/>
                </a:solidFill>
              </a:rPr>
              <a:t>Emotional</a:t>
            </a:r>
            <a:r>
              <a:rPr lang="fr-FR" dirty="0">
                <a:solidFill>
                  <a:srgbClr val="FFFFFF"/>
                </a:solidFill>
              </a:rPr>
              <a:t> Intelligence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2CC4EC4-809C-4FD2-AA20-009F08590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fr-FR" dirty="0">
                <a:solidFill>
                  <a:srgbClr val="FFFFFF"/>
                </a:solidFill>
              </a:rPr>
              <a:t>Ali Elkarouaoui</a:t>
            </a:r>
          </a:p>
          <a:p>
            <a:pPr rtl="0"/>
            <a:r>
              <a:rPr lang="fr-FR" dirty="0">
                <a:solidFill>
                  <a:srgbClr val="FFFFFF"/>
                </a:solidFill>
              </a:rPr>
              <a:t>…</a:t>
            </a:r>
          </a:p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0962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36E49C-11A0-4C95-8A6E-FC7E9C57C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>
                <a:solidFill>
                  <a:srgbClr val="FFFFFF"/>
                </a:solidFill>
              </a:rPr>
              <a:t>Conclusion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9C3FD2-AF88-4EF1-AFB7-5D31BD5AA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 algn="just" rtl="0">
              <a:buNone/>
            </a:pPr>
            <a:r>
              <a:rPr lang="en-US" dirty="0"/>
              <a:t>Success</a:t>
            </a:r>
            <a:r>
              <a:rPr lang="fr-FR" dirty="0"/>
              <a:t> </a:t>
            </a:r>
            <a:r>
              <a:rPr lang="en-US" dirty="0"/>
              <a:t>correlate</a:t>
            </a:r>
            <a:r>
              <a:rPr lang="fr-FR" dirty="0"/>
              <a:t> </a:t>
            </a:r>
            <a:r>
              <a:rPr lang="en-US" dirty="0"/>
              <a:t>mainly</a:t>
            </a:r>
            <a:r>
              <a:rPr lang="fr-FR" dirty="0"/>
              <a:t> </a:t>
            </a:r>
            <a:r>
              <a:rPr lang="en-US" dirty="0"/>
              <a:t>with</a:t>
            </a:r>
            <a:r>
              <a:rPr lang="fr-FR" dirty="0"/>
              <a:t> </a:t>
            </a:r>
            <a:r>
              <a:rPr lang="en-US" dirty="0"/>
              <a:t>emotional</a:t>
            </a:r>
            <a:r>
              <a:rPr lang="fr-FR" dirty="0"/>
              <a:t> intelligence and to master It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en-US" dirty="0"/>
              <a:t>should</a:t>
            </a:r>
            <a:r>
              <a:rPr lang="fr-FR" dirty="0"/>
              <a:t> </a:t>
            </a:r>
            <a:r>
              <a:rPr lang="en-US" dirty="0"/>
              <a:t>work</a:t>
            </a:r>
            <a:r>
              <a:rPr lang="fr-FR" dirty="0"/>
              <a:t> hard to understand your emotions.</a:t>
            </a:r>
          </a:p>
          <a:p>
            <a:pPr marL="0" indent="0" algn="just" rtl="0">
              <a:buNone/>
            </a:pPr>
            <a:r>
              <a:rPr lang="fr-FR" dirty="0"/>
              <a:t>This is what </a:t>
            </a:r>
            <a:r>
              <a:rPr lang="en-US" dirty="0"/>
              <a:t>emotional</a:t>
            </a:r>
            <a:r>
              <a:rPr lang="fr-FR" dirty="0"/>
              <a:t> intelligence is all about.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AB1A36-2D6E-4392-AAA4-996FFE032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fr-FR" sz="1200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160260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68169894.tgt.Office_48167030_TF78504181_Win32_OJ107391223.potx" id="{0610DC46-A14F-49BC-B54D-817D4F8C8AE1}" vid="{3F5F94D6-F3E8-43EB-995B-288C59FD9C0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{28C22201-2A95-4B81-AD4F-5C24D60F72A7}tf78504181_win32</Template>
  <TotalTime>12</TotalTime>
  <Words>37</Words>
  <Application>Microsoft Office PowerPoint</Application>
  <PresentationFormat>Grand écran</PresentationFormat>
  <Paragraphs>9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Avenir Next LT Pro</vt:lpstr>
      <vt:lpstr>Calibri</vt:lpstr>
      <vt:lpstr>Tw Cen MT</vt:lpstr>
      <vt:lpstr>ShapesVTI</vt:lpstr>
      <vt:lpstr>Emotional Intelligence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Emotional Intelligence</dc:title>
  <dc:creator>ali elkarouaoui</dc:creator>
  <cp:lastModifiedBy>ali elkarouaoui</cp:lastModifiedBy>
  <cp:revision>1</cp:revision>
  <dcterms:created xsi:type="dcterms:W3CDTF">2022-03-28T20:15:19Z</dcterms:created>
  <dcterms:modified xsi:type="dcterms:W3CDTF">2022-03-28T20:27:51Z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